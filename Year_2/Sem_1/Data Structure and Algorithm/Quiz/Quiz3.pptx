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SqFIQOfij92pWIUECtCPjRG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243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339787"/>
            <a:ext cx="9144000" cy="117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MY" dirty="0"/>
              <a:t>SECJ2013 - DSA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2024/2025-1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 dirty="0"/>
              <a:t>QUIZ 3</a:t>
            </a:r>
            <a:endParaRPr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555810" y="484093"/>
            <a:ext cx="698350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members: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Chua </a:t>
            </a:r>
            <a:r>
              <a:rPr lang="en-MY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Jia</a:t>
            </a:r>
            <a:r>
              <a:rPr lang="en-MY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 A23CS0069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MY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Cheryl Cheong </a:t>
            </a:r>
            <a:r>
              <a:rPr lang="en-MY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Kah</a:t>
            </a:r>
            <a:r>
              <a:rPr lang="en-MY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MY" sz="18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Voon</a:t>
            </a:r>
            <a:r>
              <a:rPr lang="en-MY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A23CS0060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627529" y="573740"/>
            <a:ext cx="1038297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MY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the following Node class and main function of C++:</a:t>
            </a:r>
            <a:endParaRPr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E42CCD-7BA2-ECBA-6209-9EFBD345E6DE}"/>
              </a:ext>
            </a:extLst>
          </p:cNvPr>
          <p:cNvSpPr txBox="1"/>
          <p:nvPr/>
        </p:nvSpPr>
        <p:spPr>
          <a:xfrm>
            <a:off x="6361153" y="3087633"/>
            <a:ext cx="3513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800" dirty="0"/>
              <a:t>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C7B43-063C-AFA0-7322-AF376811C454}"/>
              </a:ext>
            </a:extLst>
          </p:cNvPr>
          <p:cNvSpPr txBox="1"/>
          <p:nvPr/>
        </p:nvSpPr>
        <p:spPr>
          <a:xfrm>
            <a:off x="7295521" y="3087633"/>
            <a:ext cx="35137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800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6CF92-5106-FA5E-3410-13301469EE4C}"/>
              </a:ext>
            </a:extLst>
          </p:cNvPr>
          <p:cNvSpPr txBox="1"/>
          <p:nvPr/>
        </p:nvSpPr>
        <p:spPr>
          <a:xfrm>
            <a:off x="8283987" y="3087633"/>
            <a:ext cx="37702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800" dirty="0"/>
              <a:t>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FA9B4-8677-4D81-FCFA-1C4BD2C92FF8}"/>
              </a:ext>
            </a:extLst>
          </p:cNvPr>
          <p:cNvSpPr txBox="1"/>
          <p:nvPr/>
        </p:nvSpPr>
        <p:spPr>
          <a:xfrm>
            <a:off x="9299260" y="3087633"/>
            <a:ext cx="32573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800" dirty="0"/>
              <a:t>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9D308-10EC-4DFB-6AD5-2D3EF549A701}"/>
              </a:ext>
            </a:extLst>
          </p:cNvPr>
          <p:cNvSpPr txBox="1"/>
          <p:nvPr/>
        </p:nvSpPr>
        <p:spPr>
          <a:xfrm>
            <a:off x="10314533" y="3087633"/>
            <a:ext cx="33855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MY" sz="1800" dirty="0"/>
              <a:t>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8E248F-4054-400D-DDF5-9FD518C7E9E3}"/>
              </a:ext>
            </a:extLst>
          </p:cNvPr>
          <p:cNvCxnSpPr>
            <a:cxnSpLocks/>
          </p:cNvCxnSpPr>
          <p:nvPr/>
        </p:nvCxnSpPr>
        <p:spPr>
          <a:xfrm>
            <a:off x="6697726" y="3192228"/>
            <a:ext cx="615993" cy="1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E9538E-DDE2-5E61-186E-E83857D32CBB}"/>
              </a:ext>
            </a:extLst>
          </p:cNvPr>
          <p:cNvSpPr txBox="1"/>
          <p:nvPr/>
        </p:nvSpPr>
        <p:spPr>
          <a:xfrm>
            <a:off x="721687" y="1483430"/>
            <a:ext cx="4407490" cy="5262979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Node {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data;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Node *next, *prev;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 {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Node *head = NULL, *last = NULL;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char items[] = {'U','C','M','T','K'};</a:t>
            </a: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for (int i = 0; i &lt; 5; i++) {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Node *nn = new Node();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nn-&gt;data = items[i];</a:t>
            </a: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(head == NULL) {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MY" sz="1200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head=tail=</a:t>
            </a:r>
            <a:r>
              <a:rPr lang="en-MY" sz="1200" u="sng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MY" sz="1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MY" sz="1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else {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last-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MY" sz="1200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MY" sz="1200" u="sng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MY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MY" sz="1200" u="sng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MY" sz="1200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head-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MY" sz="1200" u="sng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MY" sz="1200" u="sng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MY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MY" sz="1200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MY" sz="1200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en-MY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MY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last = nn;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MY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EAAE1D-371D-D112-AE2C-677B8CF9EE56}"/>
              </a:ext>
            </a:extLst>
          </p:cNvPr>
          <p:cNvCxnSpPr>
            <a:cxnSpLocks/>
          </p:cNvCxnSpPr>
          <p:nvPr/>
        </p:nvCxnSpPr>
        <p:spPr>
          <a:xfrm flipH="1">
            <a:off x="6697726" y="3364917"/>
            <a:ext cx="59779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ADFDA1-D8A0-FEC8-F439-8DED6234C15F}"/>
              </a:ext>
            </a:extLst>
          </p:cNvPr>
          <p:cNvCxnSpPr>
            <a:cxnSpLocks/>
          </p:cNvCxnSpPr>
          <p:nvPr/>
        </p:nvCxnSpPr>
        <p:spPr>
          <a:xfrm>
            <a:off x="7646153" y="3192228"/>
            <a:ext cx="615993" cy="1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3E90F6-050A-9C21-DF55-E18767104265}"/>
              </a:ext>
            </a:extLst>
          </p:cNvPr>
          <p:cNvCxnSpPr>
            <a:cxnSpLocks/>
          </p:cNvCxnSpPr>
          <p:nvPr/>
        </p:nvCxnSpPr>
        <p:spPr>
          <a:xfrm flipH="1">
            <a:off x="7646153" y="3364917"/>
            <a:ext cx="59779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8D299F-1367-2966-5869-38874001F735}"/>
              </a:ext>
            </a:extLst>
          </p:cNvPr>
          <p:cNvCxnSpPr>
            <a:cxnSpLocks/>
          </p:cNvCxnSpPr>
          <p:nvPr/>
        </p:nvCxnSpPr>
        <p:spPr>
          <a:xfrm>
            <a:off x="8659316" y="3192228"/>
            <a:ext cx="615993" cy="1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8F98FE-DEF3-B6D5-AAE0-CF1AD8BCEFA9}"/>
              </a:ext>
            </a:extLst>
          </p:cNvPr>
          <p:cNvCxnSpPr>
            <a:cxnSpLocks/>
          </p:cNvCxnSpPr>
          <p:nvPr/>
        </p:nvCxnSpPr>
        <p:spPr>
          <a:xfrm flipH="1">
            <a:off x="8659316" y="3364917"/>
            <a:ext cx="59779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12F463-8C50-59CB-EFF4-FCCB7CE1E456}"/>
              </a:ext>
            </a:extLst>
          </p:cNvPr>
          <p:cNvCxnSpPr>
            <a:cxnSpLocks/>
          </p:cNvCxnSpPr>
          <p:nvPr/>
        </p:nvCxnSpPr>
        <p:spPr>
          <a:xfrm>
            <a:off x="9674589" y="3186389"/>
            <a:ext cx="615993" cy="1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06D1E3-91BC-DEE5-2FE4-42B210E65BFB}"/>
              </a:ext>
            </a:extLst>
          </p:cNvPr>
          <p:cNvCxnSpPr>
            <a:cxnSpLocks/>
          </p:cNvCxnSpPr>
          <p:nvPr/>
        </p:nvCxnSpPr>
        <p:spPr>
          <a:xfrm flipH="1">
            <a:off x="9674589" y="3359078"/>
            <a:ext cx="597795" cy="0"/>
          </a:xfrm>
          <a:prstGeom prst="straightConnector1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740864D-12DB-50F4-E829-66DD16866DDC}"/>
              </a:ext>
            </a:extLst>
          </p:cNvPr>
          <p:cNvCxnSpPr>
            <a:cxnSpLocks/>
            <a:stCxn id="7" idx="3"/>
            <a:endCxn id="3" idx="0"/>
          </p:cNvCxnSpPr>
          <p:nvPr/>
        </p:nvCxnSpPr>
        <p:spPr>
          <a:xfrm flipH="1" flipV="1">
            <a:off x="6536842" y="3087633"/>
            <a:ext cx="4116245" cy="184666"/>
          </a:xfrm>
          <a:prstGeom prst="bentConnector4">
            <a:avLst>
              <a:gd name="adj1" fmla="val -17370"/>
              <a:gd name="adj2" fmla="val 2237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1E4E02A-235F-5666-1BA9-FC84DC83BB2E}"/>
              </a:ext>
            </a:extLst>
          </p:cNvPr>
          <p:cNvCxnSpPr>
            <a:cxnSpLocks/>
            <a:stCxn id="3" idx="1"/>
            <a:endCxn id="7" idx="2"/>
          </p:cNvCxnSpPr>
          <p:nvPr/>
        </p:nvCxnSpPr>
        <p:spPr>
          <a:xfrm rot="10800000" flipH="1" flipV="1">
            <a:off x="6361152" y="3272299"/>
            <a:ext cx="4122657" cy="184666"/>
          </a:xfrm>
          <a:prstGeom prst="bentConnector4">
            <a:avLst>
              <a:gd name="adj1" fmla="val -9320"/>
              <a:gd name="adj2" fmla="val 2237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10E0796-610B-8F7B-C987-ED14EF1811E1}"/>
              </a:ext>
            </a:extLst>
          </p:cNvPr>
          <p:cNvSpPr txBox="1"/>
          <p:nvPr/>
        </p:nvSpPr>
        <p:spPr>
          <a:xfrm>
            <a:off x="5513789" y="256096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dirty="0"/>
              <a:t>head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82886D-1D8D-15F9-24A3-47C31B1CF447}"/>
              </a:ext>
            </a:extLst>
          </p:cNvPr>
          <p:cNvSpPr txBox="1"/>
          <p:nvPr/>
        </p:nvSpPr>
        <p:spPr>
          <a:xfrm>
            <a:off x="5953864" y="3252258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prev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B4E79D4-D30E-2726-2502-57C15FBE0FE4}"/>
              </a:ext>
            </a:extLst>
          </p:cNvPr>
          <p:cNvCxnSpPr>
            <a:cxnSpLocks/>
          </p:cNvCxnSpPr>
          <p:nvPr/>
        </p:nvCxnSpPr>
        <p:spPr>
          <a:xfrm>
            <a:off x="6049905" y="2819445"/>
            <a:ext cx="234072" cy="233958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0E7F369-0178-A0B4-1C25-86D5D4BDB992}"/>
              </a:ext>
            </a:extLst>
          </p:cNvPr>
          <p:cNvSpPr txBox="1"/>
          <p:nvPr/>
        </p:nvSpPr>
        <p:spPr>
          <a:xfrm>
            <a:off x="10797948" y="3034304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i="1" dirty="0"/>
              <a:t>next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3EC0B8-F6C5-584F-E20F-E1F04F30521F}"/>
              </a:ext>
            </a:extLst>
          </p:cNvPr>
          <p:cNvSpPr txBox="1"/>
          <p:nvPr/>
        </p:nvSpPr>
        <p:spPr>
          <a:xfrm>
            <a:off x="5454053" y="2111559"/>
            <a:ext cx="5330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Fill in the blank lines code to construct linked-list as shown below:</a:t>
            </a:r>
            <a:endParaRPr lang="en-MY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MY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C1A6C-6C14-691B-CD74-53FF2C7C091F}"/>
              </a:ext>
            </a:extLst>
          </p:cNvPr>
          <p:cNvSpPr txBox="1"/>
          <p:nvPr/>
        </p:nvSpPr>
        <p:spPr>
          <a:xfrm>
            <a:off x="10719401" y="3884400"/>
            <a:ext cx="582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dirty="0"/>
              <a:t>last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772544-3697-4366-BCCE-96453C30B7F6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10719401" y="3563890"/>
            <a:ext cx="291106" cy="320510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18E6630-DEE2-0CAE-D114-20F51BFA4C74}"/>
              </a:ext>
            </a:extLst>
          </p:cNvPr>
          <p:cNvSpPr txBox="1"/>
          <p:nvPr/>
        </p:nvSpPr>
        <p:spPr>
          <a:xfrm>
            <a:off x="6805178" y="3305889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prev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442291-2999-93B1-BED7-B6FDEC155B53}"/>
              </a:ext>
            </a:extLst>
          </p:cNvPr>
          <p:cNvSpPr txBox="1"/>
          <p:nvPr/>
        </p:nvSpPr>
        <p:spPr>
          <a:xfrm>
            <a:off x="7757762" y="3331641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prev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13CE65-E984-0BFF-8C7A-492DF053AD42}"/>
              </a:ext>
            </a:extLst>
          </p:cNvPr>
          <p:cNvSpPr txBox="1"/>
          <p:nvPr/>
        </p:nvSpPr>
        <p:spPr>
          <a:xfrm>
            <a:off x="8786928" y="3305889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prev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2F5328-C449-EE80-0E12-010A04C32010}"/>
              </a:ext>
            </a:extLst>
          </p:cNvPr>
          <p:cNvSpPr txBox="1"/>
          <p:nvPr/>
        </p:nvSpPr>
        <p:spPr>
          <a:xfrm>
            <a:off x="9802884" y="3331640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prev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16C646-0144-E7B7-D905-2E69689CF6AF}"/>
              </a:ext>
            </a:extLst>
          </p:cNvPr>
          <p:cNvSpPr txBox="1"/>
          <p:nvPr/>
        </p:nvSpPr>
        <p:spPr>
          <a:xfrm>
            <a:off x="9740126" y="2970075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i="1" dirty="0"/>
              <a:t>next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72843E-F47A-F9BE-8F58-5F541FCF0725}"/>
              </a:ext>
            </a:extLst>
          </p:cNvPr>
          <p:cNvSpPr txBox="1"/>
          <p:nvPr/>
        </p:nvSpPr>
        <p:spPr>
          <a:xfrm>
            <a:off x="8754106" y="2970075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i="1" dirty="0"/>
              <a:t>next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6B90CC-BA8C-ABB1-C14E-E121E828FBF4}"/>
              </a:ext>
            </a:extLst>
          </p:cNvPr>
          <p:cNvSpPr txBox="1"/>
          <p:nvPr/>
        </p:nvSpPr>
        <p:spPr>
          <a:xfrm>
            <a:off x="7746422" y="2970075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i="1" dirty="0"/>
              <a:t>next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AB9D60-D494-3018-6B2B-DFE12C28B3DE}"/>
              </a:ext>
            </a:extLst>
          </p:cNvPr>
          <p:cNvSpPr txBox="1"/>
          <p:nvPr/>
        </p:nvSpPr>
        <p:spPr>
          <a:xfrm>
            <a:off x="6784607" y="2940168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i="1" dirty="0"/>
              <a:t>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1593" y="5031383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MY" dirty="0"/>
              <a:t>Node: U </a:t>
            </a:r>
            <a:r>
              <a:rPr lang="en-MY" dirty="0" smtClean="0"/>
              <a:t>, </a:t>
            </a:r>
            <a:r>
              <a:rPr lang="en-MY" dirty="0"/>
              <a:t>Next: C ,</a:t>
            </a:r>
            <a:r>
              <a:rPr lang="en-MY" dirty="0" smtClean="0"/>
              <a:t> </a:t>
            </a:r>
            <a:r>
              <a:rPr lang="en-MY" dirty="0" err="1"/>
              <a:t>Prev</a:t>
            </a:r>
            <a:r>
              <a:rPr lang="en-MY" dirty="0"/>
              <a:t>: K</a:t>
            </a:r>
          </a:p>
          <a:p>
            <a:r>
              <a:rPr lang="en-MY" dirty="0"/>
              <a:t>Node: C </a:t>
            </a:r>
            <a:r>
              <a:rPr lang="en-MY" dirty="0" smtClean="0"/>
              <a:t>, </a:t>
            </a:r>
            <a:r>
              <a:rPr lang="en-MY" dirty="0"/>
              <a:t>Next: M ,</a:t>
            </a:r>
            <a:r>
              <a:rPr lang="en-MY" dirty="0" smtClean="0"/>
              <a:t> </a:t>
            </a:r>
            <a:r>
              <a:rPr lang="en-MY" dirty="0" err="1"/>
              <a:t>Prev</a:t>
            </a:r>
            <a:r>
              <a:rPr lang="en-MY" dirty="0"/>
              <a:t>: U</a:t>
            </a:r>
          </a:p>
          <a:p>
            <a:r>
              <a:rPr lang="en-MY" dirty="0"/>
              <a:t>Node: M </a:t>
            </a:r>
            <a:r>
              <a:rPr lang="en-MY" dirty="0" smtClean="0"/>
              <a:t>, </a:t>
            </a:r>
            <a:r>
              <a:rPr lang="en-MY" dirty="0"/>
              <a:t>Next: T ,</a:t>
            </a:r>
            <a:r>
              <a:rPr lang="en-MY" dirty="0" smtClean="0"/>
              <a:t> </a:t>
            </a:r>
            <a:r>
              <a:rPr lang="en-MY" dirty="0" err="1"/>
              <a:t>Prev</a:t>
            </a:r>
            <a:r>
              <a:rPr lang="en-MY" dirty="0"/>
              <a:t>: C</a:t>
            </a:r>
          </a:p>
          <a:p>
            <a:r>
              <a:rPr lang="en-MY" dirty="0"/>
              <a:t>Node: T ,</a:t>
            </a:r>
            <a:r>
              <a:rPr lang="en-MY" dirty="0" smtClean="0"/>
              <a:t> </a:t>
            </a:r>
            <a:r>
              <a:rPr lang="en-MY" dirty="0"/>
              <a:t>Next: K ,</a:t>
            </a:r>
            <a:r>
              <a:rPr lang="en-MY" dirty="0" smtClean="0"/>
              <a:t> </a:t>
            </a:r>
            <a:r>
              <a:rPr lang="en-MY" dirty="0" err="1"/>
              <a:t>Prev</a:t>
            </a:r>
            <a:r>
              <a:rPr lang="en-MY" dirty="0"/>
              <a:t>: M</a:t>
            </a:r>
          </a:p>
          <a:p>
            <a:r>
              <a:rPr lang="en-MY" dirty="0"/>
              <a:t>Node: K ,</a:t>
            </a:r>
            <a:r>
              <a:rPr lang="en-MY" dirty="0" smtClean="0"/>
              <a:t> </a:t>
            </a:r>
            <a:r>
              <a:rPr lang="en-MY" dirty="0"/>
              <a:t>Next: U ,</a:t>
            </a:r>
            <a:r>
              <a:rPr lang="en-MY" dirty="0" smtClean="0"/>
              <a:t> </a:t>
            </a:r>
            <a:r>
              <a:rPr lang="en-MY" dirty="0" err="1"/>
              <a:t>Prev</a:t>
            </a:r>
            <a:r>
              <a:rPr lang="en-MY" dirty="0"/>
              <a:t>: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251</Words>
  <Application>Microsoft Office PowerPoint</Application>
  <PresentationFormat>Widescreen</PresentationFormat>
  <Paragraphs>61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SECJ2013 - DSA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SECJ2013 - DSA</dc:title>
  <dc:creator>MOHD RAZAK SAMINGAN</dc:creator>
  <cp:lastModifiedBy>Asus</cp:lastModifiedBy>
  <cp:revision>31</cp:revision>
  <dcterms:created xsi:type="dcterms:W3CDTF">2023-10-16T08:01:42Z</dcterms:created>
  <dcterms:modified xsi:type="dcterms:W3CDTF">2024-12-16T09:35:27Z</dcterms:modified>
</cp:coreProperties>
</file>